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0600"/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3377-3C51-3C50-FFA6-7E2EB407F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8D34E-D85C-1A0E-5598-B68CCC4F5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AB779-1C97-FDCB-E26F-D9EEE7D6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860B4-2A46-7F83-CE39-EE8E02CE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83526-E54E-1792-037E-8FF4F1FC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6196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4B36-6620-CD17-AEC4-624AC061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23EF-DFCC-C923-5510-C2321867E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7202-07D9-C020-7DA7-0219C2EA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7C804-4ADF-EC11-376A-D4106C12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9BA3-D0D5-AE7F-10D6-AF98D461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9466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0D57-31BE-46E6-1BE3-935C2F5C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43956-DB4D-8741-DF3A-AC886EBCE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6D5E-865C-1B66-AC52-236A30EA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01228-DF2A-412F-DCEA-29F070E9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3538B-8B36-DBF5-F763-4B157589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9123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B65F-AE99-2FCE-E890-35D524C0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7B74-A2F7-0D88-4EBB-5F33AFF75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83CF5-6512-0DAF-4157-4A619C5B6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A014F-32CD-F304-5A1A-31562F8B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88467-9D51-B56D-B0E0-907596306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1267C-EB4A-45F9-ADB6-0620CF43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326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4945-FA74-499B-8D27-572347840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DF813-DB20-C6D1-1E12-D0A08A51B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A7E4-4F12-0483-F21E-9CC4CF0D8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E28A8-F553-B165-3004-908CAB83F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5D2D2-AB2D-FB42-DCEE-AB6B23BAB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B1DAA-5C6B-9BFF-CA26-128C8F99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CAD79-8A33-D80F-FC8B-5466EF8F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D87D6-4EA2-623B-C4E7-985AD237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866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A948-39F3-9996-9FB9-7DF04F2E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6A6C0-5757-F03A-E7F4-4B94F6B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D90A8-89BB-6B3F-BCF0-294D66BC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D8552-1D8B-FEA3-8AA9-F4555B18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367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401F8-7D17-357B-2430-E20831BE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5FDCB-15A2-11E5-2C3F-20AB0E74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9F21-2927-C945-F606-ADF8E0B5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08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2802-8D92-096F-0654-7F184ACB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D73E-BD28-C06E-777B-2F2CA62A5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50CE6-B827-6516-2DEB-14EDBB1FD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D071A-4BED-B27A-FF76-098559D8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6DCA3-32D3-D936-2AFB-C31DB4A2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CD47E-AA35-7DA8-29D5-CA432C96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4117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FF26-4629-F574-BAD1-E4A16ED2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B9922-3FBA-8CC9-42D7-9B1EBC880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1C90C-732D-B085-F25A-A9C2E8552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7F3C4-4D50-B6C5-4D76-A671A1FC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5B234-1713-950B-0F0A-7F52B99B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F6CDF-C40A-A7D5-6766-2363AAB1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912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CBD7-0542-DED6-8102-F92ABD9A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8C38F-72B2-DD58-A095-B449AEF4B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FB90C-888E-CB61-76E1-3DB67636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FC25D-2902-D71B-D984-90C0F49B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A620-EF36-075F-2F52-8568D562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502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29BA3-1339-65FE-9BAB-21D7EFD9A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A8416-4450-2DF6-C869-97154EB89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41A33-6982-2847-2D6F-40B86F81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A63FE-E120-8DA0-A865-65F34B91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9630D-5109-EBCF-8755-D94ED814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9717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D1F90-E164-5394-8EC8-05E40DE8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E213B-4BFC-B2EE-29E3-7F43A83C9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3FD22-2419-CBF0-4854-6D3A8AAF5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ACFB-3B46-44EC-8297-E17C3A193D41}" type="datetimeFigureOut">
              <a:rPr lang="nl-BE" smtClean="0"/>
              <a:t>4/08/2026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77D9-DA2B-F729-7819-561D775B9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4014-D024-7530-CC8A-CE5552010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831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EF819F-70D9-6A7C-3DB4-92A8C6E4787B}"/>
              </a:ext>
            </a:extLst>
          </p:cNvPr>
          <p:cNvSpPr/>
          <p:nvPr/>
        </p:nvSpPr>
        <p:spPr>
          <a:xfrm>
            <a:off x="174930" y="660373"/>
            <a:ext cx="11842140" cy="4023929"/>
          </a:xfrm>
          <a:prstGeom prst="roundRect">
            <a:avLst>
              <a:gd name="adj" fmla="val 5087"/>
            </a:avLst>
          </a:prstGeom>
          <a:solidFill>
            <a:srgbClr val="2C0600"/>
          </a:solidFill>
          <a:ln>
            <a:solidFill>
              <a:srgbClr val="2C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6600" dirty="0">
                <a:solidFill>
                  <a:schemeClr val="bg1"/>
                </a:solidFill>
              </a:rPr>
              <a:t>Ad Rem engineering bible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A2418A-DC04-E555-CD63-8EB7A2B552DA}"/>
              </a:ext>
            </a:extLst>
          </p:cNvPr>
          <p:cNvSpPr/>
          <p:nvPr/>
        </p:nvSpPr>
        <p:spPr>
          <a:xfrm>
            <a:off x="174930" y="5033385"/>
            <a:ext cx="3666708" cy="1513072"/>
          </a:xfrm>
          <a:prstGeom prst="roundRect">
            <a:avLst/>
          </a:prstGeom>
          <a:solidFill>
            <a:srgbClr val="F7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rgbClr val="2C0600"/>
                </a:solidFill>
              </a:rPr>
              <a:t>Design bible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67B964-2FD5-6332-8730-33CD81A3649F}"/>
              </a:ext>
            </a:extLst>
          </p:cNvPr>
          <p:cNvSpPr/>
          <p:nvPr/>
        </p:nvSpPr>
        <p:spPr>
          <a:xfrm>
            <a:off x="8350362" y="5033385"/>
            <a:ext cx="3666708" cy="1513072"/>
          </a:xfrm>
          <a:prstGeom prst="roundRect">
            <a:avLst/>
          </a:prstGeom>
          <a:solidFill>
            <a:srgbClr val="F7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rgbClr val="2C0600"/>
                </a:solidFill>
              </a:rPr>
              <a:t>Standards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C3AA66-9F75-11AF-5F8D-FF33166E511E}"/>
              </a:ext>
            </a:extLst>
          </p:cNvPr>
          <p:cNvSpPr/>
          <p:nvPr/>
        </p:nvSpPr>
        <p:spPr>
          <a:xfrm>
            <a:off x="4262646" y="5033385"/>
            <a:ext cx="3666708" cy="1513072"/>
          </a:xfrm>
          <a:prstGeom prst="roundRect">
            <a:avLst/>
          </a:prstGeom>
          <a:solidFill>
            <a:srgbClr val="F7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rgbClr val="2C0600"/>
                </a:solidFill>
              </a:rPr>
              <a:t>Calculators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40180C-5AF7-4157-6B97-2CEA0A08F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76740" cy="59063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4657C9-20CA-127C-60BE-76CC4A6345D4}"/>
              </a:ext>
            </a:extLst>
          </p:cNvPr>
          <p:cNvSpPr/>
          <p:nvPr/>
        </p:nvSpPr>
        <p:spPr>
          <a:xfrm>
            <a:off x="9281565" y="128109"/>
            <a:ext cx="2735505" cy="39642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rgbClr val="2C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bg1">
                    <a:lumMod val="75000"/>
                  </a:schemeClr>
                </a:solidFill>
              </a:rPr>
              <a:t>Search</a:t>
            </a:r>
          </a:p>
        </p:txBody>
      </p:sp>
      <p:pic>
        <p:nvPicPr>
          <p:cNvPr id="15" name="Graphic 14" descr="Magnifying glass with solid fill">
            <a:extLst>
              <a:ext uri="{FF2B5EF4-FFF2-40B4-BE49-F238E27FC236}">
                <a16:creationId xmlns:a16="http://schemas.microsoft.com/office/drawing/2014/main" id="{4D37F845-3FB1-DE0B-BDF7-9462B932C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5859" y="216579"/>
            <a:ext cx="228715" cy="22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5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B6A0DC-CC4E-5F52-189F-5E31448FA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094" y="0"/>
            <a:ext cx="8989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7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Laurens De Bel</dc:creator>
  <cp:lastModifiedBy>Laurens De Bel</cp:lastModifiedBy>
  <cp:revision>2</cp:revision>
  <dcterms:created xsi:type="dcterms:W3CDTF">2026-08-03T13:13:02Z</dcterms:created>
  <dcterms:modified xsi:type="dcterms:W3CDTF">2026-08-04T14:51:59Z</dcterms:modified>
</cp:coreProperties>
</file>